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88" r:id="rId2"/>
    <p:sldId id="292" r:id="rId3"/>
    <p:sldId id="293" r:id="rId4"/>
    <p:sldId id="295" r:id="rId5"/>
    <p:sldId id="294" r:id="rId6"/>
  </p:sldIdLst>
  <p:sldSz cx="12192000" cy="6858000"/>
  <p:notesSz cx="6797675" cy="9926638"/>
  <p:embeddedFontLst>
    <p:embeddedFont>
      <p:font typeface="맑은 고딕" panose="020B0503020000020004" pitchFamily="50" charset="-127"/>
      <p:regular r:id="rId9"/>
      <p:bold r:id="rId10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8000"/>
    <a:srgbClr val="FFFFCC"/>
    <a:srgbClr val="006600"/>
    <a:srgbClr val="A7ACC0"/>
    <a:srgbClr val="B2B6C8"/>
    <a:srgbClr val="9097B0"/>
    <a:srgbClr val="FED901"/>
    <a:srgbClr val="9B9B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68" autoAdjust="0"/>
    <p:restoredTop sz="96445" autoAdjust="0"/>
  </p:normalViewPr>
  <p:slideViewPr>
    <p:cSldViewPr>
      <p:cViewPr varScale="1">
        <p:scale>
          <a:sx n="117" d="100"/>
          <a:sy n="117" d="100"/>
        </p:scale>
        <p:origin x="186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4" d="100"/>
          <a:sy n="74" d="100"/>
        </p:scale>
        <p:origin x="4044" y="72"/>
      </p:cViewPr>
      <p:guideLst/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21D0E14C-9DCF-494A-928D-7596E53422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FC809E5-3158-4582-ABAA-A9F7BA6457B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790D0-ECB1-47AC-ADB6-C2902F0328F6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EB07E48-C7D7-4BCD-91C3-806141A6A33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ko-KR" altLang="en-US"/>
              <a:t>ㅇㅇㅇ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BB40D6-C74B-4225-8191-5C110994803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674CF6-0CAB-4DDC-8B8C-FA0EA59252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984512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FEA3EB-F05F-4DFB-8D22-889FCA8D3B56}" type="datetimeFigureOut">
              <a:rPr lang="ko-KR" altLang="en-US" smtClean="0"/>
              <a:t>2026-10-07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ko-KR" altLang="en-US"/>
              <a:t>ㅇㅇㅇ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5AEFDA-B0C4-40AF-8895-D445E705D9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3581350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1F1E84D7-F65E-4F4A-8035-4B1C420D7637}"/>
              </a:ext>
            </a:extLst>
          </p:cNvPr>
          <p:cNvCxnSpPr/>
          <p:nvPr userDrawn="1"/>
        </p:nvCxnSpPr>
        <p:spPr>
          <a:xfrm>
            <a:off x="2496000" y="2085975"/>
            <a:ext cx="720000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0D3617-1F66-4ACD-8C50-7577A814F44D}"/>
              </a:ext>
            </a:extLst>
          </p:cNvPr>
          <p:cNvSpPr txBox="1"/>
          <p:nvPr userDrawn="1"/>
        </p:nvSpPr>
        <p:spPr>
          <a:xfrm>
            <a:off x="3576000" y="2098260"/>
            <a:ext cx="50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2">
                    <a:lumMod val="75000"/>
                  </a:schemeClr>
                </a:solidFill>
              </a:rPr>
              <a:t>TW</a:t>
            </a:r>
            <a:endParaRPr lang="ko-KR" altLang="en-US" sz="14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4543AF-0C87-496E-82F1-82A51421600B}"/>
              </a:ext>
            </a:extLst>
          </p:cNvPr>
          <p:cNvSpPr txBox="1"/>
          <p:nvPr userDrawn="1"/>
        </p:nvSpPr>
        <p:spPr>
          <a:xfrm>
            <a:off x="4004883" y="6514109"/>
            <a:ext cx="418223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본 자료는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㈜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TW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의 자산이므로 승인 없이 유출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복사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배포 등은 엄격히 금지되어 있습니다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86E62A9-198C-4641-8DE3-9E780F8E1E56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305843701"/>
              </p:ext>
            </p:extLst>
          </p:nvPr>
        </p:nvGraphicFramePr>
        <p:xfrm>
          <a:off x="5231620" y="44624"/>
          <a:ext cx="1688385" cy="4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8385">
                  <a:extLst>
                    <a:ext uri="{9D8B030D-6E8A-4147-A177-3AD203B41FA5}">
                      <a16:colId xmlns:a16="http://schemas.microsoft.com/office/drawing/2014/main" val="2543773002"/>
                    </a:ext>
                  </a:extLst>
                </a:gridCol>
              </a:tblGrid>
              <a:tr h="1407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solidFill>
                            <a:srgbClr val="FF0000"/>
                          </a:solidFill>
                          <a:latin typeface="+mn-lt"/>
                        </a:rPr>
                        <a:t>2</a:t>
                      </a:r>
                      <a:r>
                        <a:rPr lang="ko-KR" altLang="en-US" sz="1200" b="0">
                          <a:solidFill>
                            <a:srgbClr val="FF0000"/>
                          </a:solidFill>
                          <a:latin typeface="+mn-lt"/>
                        </a:rPr>
                        <a:t>등급 </a:t>
                      </a:r>
                      <a:r>
                        <a:rPr lang="en-US" altLang="ko-KR" sz="1200" b="0">
                          <a:solidFill>
                            <a:srgbClr val="FF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1200" b="0">
                          <a:solidFill>
                            <a:srgbClr val="FF0000"/>
                          </a:solidFill>
                          <a:latin typeface="+mn-lt"/>
                        </a:rPr>
                        <a:t>대외비</a:t>
                      </a:r>
                      <a:r>
                        <a:rPr lang="en-US" altLang="ko-KR" sz="1200" b="0">
                          <a:solidFill>
                            <a:srgbClr val="FF0000"/>
                          </a:solidFill>
                          <a:latin typeface="+mn-lt"/>
                        </a:rPr>
                        <a:t>]</a:t>
                      </a:r>
                      <a:endParaRPr lang="ko-KR" altLang="en-US" sz="1200" b="0" dirty="0">
                        <a:latin typeface="+mn-lt"/>
                      </a:endParaRPr>
                    </a:p>
                  </a:txBody>
                  <a:tcPr marT="18000" marB="18000">
                    <a:lnL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7668063"/>
                  </a:ext>
                </a:extLst>
              </a:tr>
              <a:tr h="1407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+mn-lt"/>
                        </a:rPr>
                        <a:t>CONFIDENTIAL</a:t>
                      </a:r>
                      <a:endParaRPr lang="ko-KR" altLang="en-US" sz="12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T="18000" marB="18000">
                    <a:lnL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6685120"/>
                  </a:ext>
                </a:extLst>
              </a:tr>
            </a:tbl>
          </a:graphicData>
        </a:graphic>
      </p:graphicFrame>
      <p:pic>
        <p:nvPicPr>
          <p:cNvPr id="10" name="그림 9">
            <a:extLst>
              <a:ext uri="{FF2B5EF4-FFF2-40B4-BE49-F238E27FC236}">
                <a16:creationId xmlns:a16="http://schemas.microsoft.com/office/drawing/2014/main" id="{97282383-0664-4CFE-9D8C-DD1CA780536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095" y="5921923"/>
            <a:ext cx="1700386" cy="376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748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/>
          <p:cNvCxnSpPr/>
          <p:nvPr userDrawn="1"/>
        </p:nvCxnSpPr>
        <p:spPr>
          <a:xfrm>
            <a:off x="233680" y="6484019"/>
            <a:ext cx="11730242" cy="120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D3DBF289-FE3E-4E4B-BDB4-B771E582BD22}"/>
              </a:ext>
            </a:extLst>
          </p:cNvPr>
          <p:cNvCxnSpPr/>
          <p:nvPr userDrawn="1"/>
        </p:nvCxnSpPr>
        <p:spPr>
          <a:xfrm>
            <a:off x="0" y="533400"/>
            <a:ext cx="12192000" cy="1905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CF8AE98-0354-4DC7-95CD-F71D18CF8B83}"/>
              </a:ext>
            </a:extLst>
          </p:cNvPr>
          <p:cNvSpPr txBox="1"/>
          <p:nvPr userDrawn="1"/>
        </p:nvSpPr>
        <p:spPr>
          <a:xfrm>
            <a:off x="4004882" y="6514109"/>
            <a:ext cx="418223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본 자료는 ㈜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TW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의 자산이므로 승인 없이 유출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복사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배포 등은 엄격히 금지되어 있습니다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627BDA00-BD71-4620-BFB6-2B0451CBFD1F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384655300"/>
              </p:ext>
            </p:extLst>
          </p:nvPr>
        </p:nvGraphicFramePr>
        <p:xfrm>
          <a:off x="5231620" y="44624"/>
          <a:ext cx="1688385" cy="4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8385">
                  <a:extLst>
                    <a:ext uri="{9D8B030D-6E8A-4147-A177-3AD203B41FA5}">
                      <a16:colId xmlns:a16="http://schemas.microsoft.com/office/drawing/2014/main" val="2543773002"/>
                    </a:ext>
                  </a:extLst>
                </a:gridCol>
              </a:tblGrid>
              <a:tr h="1407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solidFill>
                            <a:srgbClr val="FF0000"/>
                          </a:solidFill>
                          <a:latin typeface="+mn-lt"/>
                        </a:rPr>
                        <a:t>2</a:t>
                      </a:r>
                      <a:r>
                        <a:rPr lang="ko-KR" altLang="en-US" sz="1200" b="0">
                          <a:solidFill>
                            <a:srgbClr val="FF0000"/>
                          </a:solidFill>
                          <a:latin typeface="+mn-lt"/>
                        </a:rPr>
                        <a:t>등급 </a:t>
                      </a:r>
                      <a:r>
                        <a:rPr lang="en-US" altLang="ko-KR" sz="1200" b="0">
                          <a:solidFill>
                            <a:srgbClr val="FF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1200" b="0">
                          <a:solidFill>
                            <a:srgbClr val="FF0000"/>
                          </a:solidFill>
                          <a:latin typeface="+mn-lt"/>
                        </a:rPr>
                        <a:t>대외비</a:t>
                      </a:r>
                      <a:r>
                        <a:rPr lang="en-US" altLang="ko-KR" sz="1200" b="0">
                          <a:solidFill>
                            <a:srgbClr val="FF0000"/>
                          </a:solidFill>
                          <a:latin typeface="+mn-lt"/>
                        </a:rPr>
                        <a:t>]</a:t>
                      </a:r>
                      <a:endParaRPr lang="ko-KR" altLang="en-US" sz="1200" b="0" dirty="0">
                        <a:latin typeface="+mn-lt"/>
                      </a:endParaRPr>
                    </a:p>
                  </a:txBody>
                  <a:tcPr marT="18000" marB="18000">
                    <a:lnL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7668063"/>
                  </a:ext>
                </a:extLst>
              </a:tr>
              <a:tr h="1407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+mn-lt"/>
                        </a:rPr>
                        <a:t>CONFIDENTIAL</a:t>
                      </a:r>
                      <a:endParaRPr lang="ko-KR" altLang="en-US" sz="12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T="18000" marB="18000">
                    <a:lnL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6685120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12209D3-62FD-4885-A981-C5B7D122AB41}"/>
              </a:ext>
            </a:extLst>
          </p:cNvPr>
          <p:cNvSpPr txBox="1"/>
          <p:nvPr userDrawn="1"/>
        </p:nvSpPr>
        <p:spPr>
          <a:xfrm>
            <a:off x="8544272" y="6558038"/>
            <a:ext cx="3406061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ko-KR" altLang="en-US" sz="1600" b="1" i="1" spc="-8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원가 혁신</a:t>
            </a:r>
            <a:r>
              <a:rPr lang="ko-KR" altLang="en-US" sz="1600" b="1" i="1" spc="-8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 열정</a:t>
            </a:r>
            <a:r>
              <a:rPr lang="en-US" altLang="ko-KR" sz="1600" b="1" i="1" spc="-8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!</a:t>
            </a:r>
            <a:r>
              <a:rPr lang="ko-KR" altLang="en-US" sz="1600" b="1" i="1" spc="-8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b="1" i="1" spc="-8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미래 성장</a:t>
            </a:r>
            <a:r>
              <a:rPr lang="ko-KR" altLang="en-US" sz="1600" b="1" i="1" spc="-8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 원동력</a:t>
            </a:r>
            <a:r>
              <a:rPr lang="en-US" altLang="ko-KR" sz="1600" b="1" i="1" spc="-8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! </a:t>
            </a:r>
            <a:endParaRPr lang="ko-KR" altLang="en-US" sz="1600" b="1" i="1" spc="-80">
              <a:solidFill>
                <a:srgbClr val="0000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84E42B7-28F1-4EA9-887C-441E75198218}"/>
              </a:ext>
            </a:extLst>
          </p:cNvPr>
          <p:cNvSpPr/>
          <p:nvPr userDrawn="1"/>
        </p:nvSpPr>
        <p:spPr>
          <a:xfrm>
            <a:off x="5751813" y="6826300"/>
            <a:ext cx="720000" cy="18000"/>
          </a:xfrm>
          <a:prstGeom prst="rect">
            <a:avLst/>
          </a:prstGeom>
          <a:solidFill>
            <a:srgbClr val="9B9B9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FF91AB5-4D49-4ADA-A51E-3A63DF94CAF6}"/>
              </a:ext>
            </a:extLst>
          </p:cNvPr>
          <p:cNvSpPr/>
          <p:nvPr userDrawn="1"/>
        </p:nvSpPr>
        <p:spPr>
          <a:xfrm>
            <a:off x="5751813" y="6808300"/>
            <a:ext cx="324000" cy="18000"/>
          </a:xfrm>
          <a:prstGeom prst="rect">
            <a:avLst/>
          </a:prstGeom>
          <a:solidFill>
            <a:srgbClr val="FED9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65B9EA6-A10B-484B-8A83-D08A718BD391}"/>
              </a:ext>
            </a:extLst>
          </p:cNvPr>
          <p:cNvSpPr txBox="1"/>
          <p:nvPr userDrawn="1"/>
        </p:nvSpPr>
        <p:spPr>
          <a:xfrm>
            <a:off x="5980792" y="6577266"/>
            <a:ext cx="434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/ n</a:t>
            </a:r>
            <a:endParaRPr lang="ko-KR" altLang="en-US" sz="1400" b="1" dirty="0"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1" name="슬라이드 번호 개체 틀 5">
            <a:extLst>
              <a:ext uri="{FF2B5EF4-FFF2-40B4-BE49-F238E27FC236}">
                <a16:creationId xmlns:a16="http://schemas.microsoft.com/office/drawing/2014/main" id="{14AD25FB-187D-4E3D-9A28-44042EEE81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609874" y="6577266"/>
            <a:ext cx="496886" cy="309939"/>
          </a:xfrm>
          <a:prstGeom prst="rect">
            <a:avLst/>
          </a:prstGeom>
        </p:spPr>
        <p:txBody>
          <a:bodyPr wrap="none"/>
          <a:lstStyle>
            <a:lvl1pPr algn="r">
              <a:defRPr sz="1400" b="1">
                <a:effectLst/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024C9DB7-E786-431C-9F23-99A1EA956AD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688F502-D8EA-49F8-87AA-5734A67447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183" y="6551756"/>
            <a:ext cx="1140297" cy="252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744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/>
          <p:cNvCxnSpPr/>
          <p:nvPr userDrawn="1"/>
        </p:nvCxnSpPr>
        <p:spPr>
          <a:xfrm>
            <a:off x="233680" y="6484019"/>
            <a:ext cx="11730242" cy="120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D3DBF289-FE3E-4E4B-BDB4-B771E582BD22}"/>
              </a:ext>
            </a:extLst>
          </p:cNvPr>
          <p:cNvCxnSpPr/>
          <p:nvPr userDrawn="1"/>
        </p:nvCxnSpPr>
        <p:spPr>
          <a:xfrm>
            <a:off x="0" y="533400"/>
            <a:ext cx="12192000" cy="1905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CF8AE98-0354-4DC7-95CD-F71D18CF8B83}"/>
              </a:ext>
            </a:extLst>
          </p:cNvPr>
          <p:cNvSpPr txBox="1"/>
          <p:nvPr userDrawn="1"/>
        </p:nvSpPr>
        <p:spPr>
          <a:xfrm>
            <a:off x="4004882" y="6514109"/>
            <a:ext cx="418223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본 자료는 ㈜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TW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의 자산이므로 승인 없이 유출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복사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배포 등은 엄격히 금지되어 있습니다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89A82E08-F274-4306-805E-0A52A839EF3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45887854"/>
              </p:ext>
            </p:extLst>
          </p:nvPr>
        </p:nvGraphicFramePr>
        <p:xfrm>
          <a:off x="5231620" y="44624"/>
          <a:ext cx="1688385" cy="4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8385">
                  <a:extLst>
                    <a:ext uri="{9D8B030D-6E8A-4147-A177-3AD203B41FA5}">
                      <a16:colId xmlns:a16="http://schemas.microsoft.com/office/drawing/2014/main" val="2543773002"/>
                    </a:ext>
                  </a:extLst>
                </a:gridCol>
              </a:tblGrid>
              <a:tr h="1407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solidFill>
                            <a:srgbClr val="FF0000"/>
                          </a:solidFill>
                          <a:latin typeface="+mn-lt"/>
                        </a:rPr>
                        <a:t>2</a:t>
                      </a:r>
                      <a:r>
                        <a:rPr lang="ko-KR" altLang="en-US" sz="1200" b="0">
                          <a:solidFill>
                            <a:srgbClr val="FF0000"/>
                          </a:solidFill>
                          <a:latin typeface="+mn-lt"/>
                        </a:rPr>
                        <a:t>등급 </a:t>
                      </a:r>
                      <a:r>
                        <a:rPr lang="en-US" altLang="ko-KR" sz="1200" b="0">
                          <a:solidFill>
                            <a:srgbClr val="FF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1200" b="0">
                          <a:solidFill>
                            <a:srgbClr val="FF0000"/>
                          </a:solidFill>
                          <a:latin typeface="+mn-lt"/>
                        </a:rPr>
                        <a:t>대외비</a:t>
                      </a:r>
                      <a:r>
                        <a:rPr lang="en-US" altLang="ko-KR" sz="1200" b="0">
                          <a:solidFill>
                            <a:srgbClr val="FF0000"/>
                          </a:solidFill>
                          <a:latin typeface="+mn-lt"/>
                        </a:rPr>
                        <a:t>]</a:t>
                      </a:r>
                      <a:endParaRPr lang="ko-KR" altLang="en-US" sz="1200" b="0" dirty="0">
                        <a:latin typeface="+mn-lt"/>
                      </a:endParaRPr>
                    </a:p>
                  </a:txBody>
                  <a:tcPr marT="18000" marB="18000">
                    <a:lnL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7668063"/>
                  </a:ext>
                </a:extLst>
              </a:tr>
              <a:tr h="1407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rgbClr val="FF0000"/>
                          </a:solidFill>
                          <a:latin typeface="+mn-lt"/>
                        </a:rPr>
                        <a:t>CONFIDENTIAL</a:t>
                      </a:r>
                      <a:endParaRPr lang="ko-KR" altLang="en-US" sz="1200" b="0"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T="18000" marB="18000">
                    <a:lnL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6685120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B932294-7467-4520-B989-F9F28858F425}"/>
              </a:ext>
            </a:extLst>
          </p:cNvPr>
          <p:cNvSpPr txBox="1"/>
          <p:nvPr userDrawn="1"/>
        </p:nvSpPr>
        <p:spPr>
          <a:xfrm>
            <a:off x="8544272" y="6558038"/>
            <a:ext cx="3406061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ko-KR" altLang="en-US" sz="1600" b="1" i="1" spc="-8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원가 혁신</a:t>
            </a:r>
            <a:r>
              <a:rPr lang="ko-KR" altLang="en-US" sz="1600" b="1" i="1" spc="-8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 열정</a:t>
            </a:r>
            <a:r>
              <a:rPr lang="en-US" altLang="ko-KR" sz="1600" b="1" i="1" spc="-8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!</a:t>
            </a:r>
            <a:r>
              <a:rPr lang="ko-KR" altLang="en-US" sz="1600" b="1" i="1" spc="-8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b="1" i="1" spc="-80">
                <a:solidFill>
                  <a:srgbClr val="C0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미래 성장</a:t>
            </a:r>
            <a:r>
              <a:rPr lang="ko-KR" altLang="en-US" sz="1600" b="1" i="1" spc="-8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 원동력</a:t>
            </a:r>
            <a:r>
              <a:rPr lang="en-US" altLang="ko-KR" sz="1600" b="1" i="1" spc="-8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! </a:t>
            </a:r>
            <a:endParaRPr lang="ko-KR" altLang="en-US" sz="1600" b="1" i="1" spc="-80">
              <a:solidFill>
                <a:srgbClr val="0000FF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F3B983F-7674-4DF6-A1B8-2D71191FBB5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183" y="6551756"/>
            <a:ext cx="1140297" cy="252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653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DFE901-28E4-4E0A-97F0-8F94F470A4E4}"/>
              </a:ext>
            </a:extLst>
          </p:cNvPr>
          <p:cNvSpPr txBox="1"/>
          <p:nvPr userDrawn="1"/>
        </p:nvSpPr>
        <p:spPr>
          <a:xfrm>
            <a:off x="4004882" y="6514109"/>
            <a:ext cx="4182235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본 자료는 ㈜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TW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의 자산이므로 승인 없이 유출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복사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배포 등은 엄격히 금지되어 있습니다</a:t>
            </a:r>
            <a:r>
              <a:rPr lang="en-US" altLang="ko-KR" sz="800" b="0" spc="0" baseline="0" dirty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AFCB48F-5C7F-44E4-A3F9-CED85FD236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9876" y="3015982"/>
            <a:ext cx="2256298" cy="499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560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674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7" r:id="rId3"/>
    <p:sldLayoutId id="2147483658" r:id="rId4"/>
  </p:sldLayoutIdLst>
  <p:hf hd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2">
            <a:extLst>
              <a:ext uri="{FF2B5EF4-FFF2-40B4-BE49-F238E27FC236}">
                <a16:creationId xmlns:a16="http://schemas.microsoft.com/office/drawing/2014/main" id="{D72616E5-0BB7-44AD-9BA2-56D50837A4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6000" y="1477272"/>
            <a:ext cx="7200000" cy="4320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9pPr>
          </a:lstStyle>
          <a:p>
            <a:pPr lvl="0" algn="ctr">
              <a:defRPr/>
            </a:pPr>
            <a:r>
              <a:rPr lang="ko-KR" altLang="en-US" sz="3200" dirty="0">
                <a:latin typeface="+mj-ea"/>
                <a:ea typeface="+mj-ea"/>
              </a:rPr>
              <a:t>제목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94A184E-903F-46DA-813A-479AC3B370AB}"/>
              </a:ext>
            </a:extLst>
          </p:cNvPr>
          <p:cNvSpPr/>
          <p:nvPr/>
        </p:nvSpPr>
        <p:spPr>
          <a:xfrm>
            <a:off x="4437063" y="3013675"/>
            <a:ext cx="3329238" cy="1343381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9pPr>
          </a:lstStyle>
          <a:p>
            <a:pPr marL="228600" lvl="0" indent="-228600">
              <a:lnSpc>
                <a:spcPct val="150000"/>
              </a:lnSpc>
              <a:buFontTx/>
              <a:buAutoNum type="arabicPeriod"/>
            </a:pPr>
            <a:r>
              <a:rPr lang="en-US" altLang="ko-KR" sz="1400" dirty="0">
                <a:latin typeface="+mn-ea"/>
                <a:ea typeface="+mn-ea"/>
                <a:cs typeface="Arial" pitchFamily="34" charset="0"/>
              </a:rPr>
              <a:t>  </a:t>
            </a:r>
          </a:p>
          <a:p>
            <a:pPr marL="228600" lvl="0" indent="-228600">
              <a:lnSpc>
                <a:spcPct val="150000"/>
              </a:lnSpc>
              <a:buFontTx/>
              <a:buAutoNum type="arabicPeriod"/>
            </a:pPr>
            <a:r>
              <a:rPr lang="en-US" altLang="ko-KR" sz="1400" dirty="0">
                <a:latin typeface="+mn-ea"/>
                <a:ea typeface="+mn-ea"/>
                <a:cs typeface="Arial" pitchFamily="34" charset="0"/>
              </a:rPr>
              <a:t>   </a:t>
            </a:r>
          </a:p>
          <a:p>
            <a:pPr marL="228600" lvl="0" indent="-228600">
              <a:lnSpc>
                <a:spcPct val="150000"/>
              </a:lnSpc>
              <a:buFontTx/>
              <a:buAutoNum type="arabicPeriod"/>
            </a:pPr>
            <a:r>
              <a:rPr lang="en-US" altLang="ko-KR" sz="1400" dirty="0">
                <a:latin typeface="+mn-ea"/>
                <a:ea typeface="+mn-ea"/>
                <a:cs typeface="Arial" pitchFamily="34" charset="0"/>
              </a:rPr>
              <a:t>   </a:t>
            </a:r>
          </a:p>
          <a:p>
            <a:pPr marL="228600" lvl="0" indent="-228600">
              <a:lnSpc>
                <a:spcPct val="150000"/>
              </a:lnSpc>
              <a:buFontTx/>
              <a:buAutoNum type="arabicPeriod"/>
            </a:pPr>
            <a:r>
              <a:rPr lang="en-US" altLang="ko-KR" sz="1400" dirty="0">
                <a:latin typeface="+mn-ea"/>
                <a:ea typeface="+mn-ea"/>
                <a:cs typeface="Arial" pitchFamily="34" charset="0"/>
              </a:rPr>
              <a:t> 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35B9CC-E747-44C3-AB2C-22BF842FA27A}"/>
              </a:ext>
            </a:extLst>
          </p:cNvPr>
          <p:cNvSpPr txBox="1"/>
          <p:nvPr/>
        </p:nvSpPr>
        <p:spPr>
          <a:xfrm>
            <a:off x="4979194" y="2563298"/>
            <a:ext cx="22336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dist"/>
            <a:r>
              <a:rPr lang="en-US" altLang="ko-KR" sz="1400" b="1" spc="600" dirty="0"/>
              <a:t>-INDEX-</a:t>
            </a:r>
            <a:endParaRPr lang="ko-KR" altLang="en-US" sz="1400" b="1" spc="600" dirty="0"/>
          </a:p>
        </p:txBody>
      </p:sp>
      <p:sp>
        <p:nvSpPr>
          <p:cNvPr id="6" name="Text Box 34">
            <a:extLst>
              <a:ext uri="{FF2B5EF4-FFF2-40B4-BE49-F238E27FC236}">
                <a16:creationId xmlns:a16="http://schemas.microsoft.com/office/drawing/2014/main" id="{A2B5979C-25B3-4761-A62D-1480E9BF9E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37063" y="5425479"/>
            <a:ext cx="331787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sz="1000" b="1" kern="1200">
                <a:solidFill>
                  <a:schemeClr val="tx1"/>
                </a:solidFill>
                <a:latin typeface="Arial" charset="0"/>
                <a:ea typeface="돋움" pitchFamily="50" charset="-127"/>
                <a:cs typeface="+mn-cs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400" i="0" u="none" strike="noStrike" kern="1200" cap="none" spc="300" normalizeH="0" baseline="0" noProof="0" dirty="0">
                <a:ln>
                  <a:noFill/>
                </a:ln>
                <a:effectLst/>
                <a:uLnTx/>
                <a:uFillTx/>
                <a:latin typeface="+mn-ea"/>
                <a:ea typeface="+mn-ea"/>
                <a:cs typeface="+mn-cs"/>
              </a:rPr>
              <a:t>2026. 03. 23</a:t>
            </a:r>
          </a:p>
        </p:txBody>
      </p:sp>
    </p:spTree>
    <p:extLst>
      <p:ext uri="{BB962C8B-B14F-4D97-AF65-F5344CB8AC3E}">
        <p14:creationId xmlns:p14="http://schemas.microsoft.com/office/powerpoint/2010/main" val="1474604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1">
            <a:extLst>
              <a:ext uri="{FF2B5EF4-FFF2-40B4-BE49-F238E27FC236}">
                <a16:creationId xmlns:a16="http://schemas.microsoft.com/office/drawing/2014/main" id="{BF710566-9944-42E8-B011-A3FA8C4CA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91944" y="6577266"/>
            <a:ext cx="496886" cy="309939"/>
          </a:xfrm>
          <a:prstGeom prst="rect">
            <a:avLst/>
          </a:prstGeom>
        </p:spPr>
        <p:txBody>
          <a:bodyPr/>
          <a:lstStyle/>
          <a:p>
            <a:fld id="{024C9DB7-E786-431C-9F23-99A1EA956ADC}" type="slidenum">
              <a:rPr lang="ko-KR" altLang="en-US" smtClean="0"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pPr/>
              <a:t>1</a:t>
            </a:fld>
            <a:endParaRPr lang="ko-KR" altLang="en-US" dirty="0">
              <a:effectLst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23BE01E2-8FB1-43F8-9C9E-3D9483C98C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85" y="102095"/>
            <a:ext cx="306174" cy="3329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2000" b="1" dirty="0">
                <a:solidFill>
                  <a:srgbClr val="000000"/>
                </a:solidFill>
                <a:latin typeface="+mn-ea"/>
                <a:sym typeface="Wingdings" pitchFamily="2" charset="2"/>
              </a:rPr>
              <a:t>1. </a:t>
            </a:r>
            <a:endParaRPr lang="ko-KR" altLang="en-US" sz="2000" b="1" dirty="0">
              <a:solidFill>
                <a:srgbClr val="000000"/>
              </a:solidFill>
              <a:latin typeface="+mn-ea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5454096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23BE01E2-8FB1-43F8-9C9E-3D9483C98C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85" y="102095"/>
            <a:ext cx="216406" cy="3329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2000" b="1" dirty="0">
                <a:solidFill>
                  <a:srgbClr val="000000"/>
                </a:solidFill>
                <a:latin typeface="+mn-ea"/>
                <a:sym typeface="Wingdings" pitchFamily="2" charset="2"/>
              </a:rPr>
              <a:t>2.</a:t>
            </a:r>
            <a:endParaRPr lang="ko-KR" altLang="en-US" sz="2000" b="1" dirty="0">
              <a:solidFill>
                <a:srgbClr val="000000"/>
              </a:solidFill>
              <a:latin typeface="+mn-ea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250852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3">
            <a:extLst>
              <a:ext uri="{FF2B5EF4-FFF2-40B4-BE49-F238E27FC236}">
                <a16:creationId xmlns:a16="http://schemas.microsoft.com/office/drawing/2014/main" id="{23BE01E2-8FB1-43F8-9C9E-3D9483C98C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4985" y="102095"/>
            <a:ext cx="306174" cy="332912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 lIns="0" tIns="0" r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2000" b="1" dirty="0">
                <a:solidFill>
                  <a:srgbClr val="000000"/>
                </a:solidFill>
                <a:latin typeface="+mn-ea"/>
                <a:sym typeface="Wingdings" pitchFamily="2" charset="2"/>
              </a:rPr>
              <a:t>3. </a:t>
            </a:r>
            <a:endParaRPr lang="ko-KR" altLang="en-US" sz="2000" b="1" dirty="0">
              <a:solidFill>
                <a:srgbClr val="000000"/>
              </a:solidFill>
              <a:latin typeface="+mn-ea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0816665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4772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2">
      <a:majorFont>
        <a:latin typeface="맑은 고딕"/>
        <a:ea typeface="맑은 고딕"/>
        <a:cs typeface=""/>
      </a:majorFont>
      <a:minorFont>
        <a:latin typeface="맑은 고딕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1191</TotalTime>
  <Words>19</Words>
  <Application>Microsoft Office PowerPoint</Application>
  <PresentationFormat>와이드스크린</PresentationFormat>
  <Paragraphs>11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Arial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민재 조</cp:lastModifiedBy>
  <cp:revision>417</cp:revision>
  <cp:lastPrinted>2023-12-31T11:34:10Z</cp:lastPrinted>
  <dcterms:created xsi:type="dcterms:W3CDTF">2020-06-25T11:43:38Z</dcterms:created>
  <dcterms:modified xsi:type="dcterms:W3CDTF">2026-10-07T12:41:41Z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asoo_Trace_ID">
    <vt:lpwstr>eyJub2RlMSI6eyJkc2QiOiIwMTAwMDAwMDAwMDAxNjQ0IiwibG9nVGltZSI6IjIwMjAtMDYtMjZUMDA6MTQ6MjJaIiwicElEIjoxLCJ0cmFjZUlkIjoiQkVCMUJEMDZCRjhDNERERjgzMzk3NUFBM0JEMjNCMTUiLCJ1c2VyQ29kZSI6ImFkbWluIn0sIm5vZGUyIjp7ImRzZCI6IjAxMDAwMDAwMDAwMDE2NDQiLCJsb2dUaW1lIjoiMjAyMC0</vt:lpwstr>
  </property>
</Properties>
</file>